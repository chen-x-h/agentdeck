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108" y="3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8349-61AF-4CC8-8709-909256D61689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46E8-28CC-42BA-86FE-66AA1093A3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3720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8349-61AF-4CC8-8709-909256D61689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46E8-28CC-42BA-86FE-66AA1093A3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86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8349-61AF-4CC8-8709-909256D61689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46E8-28CC-42BA-86FE-66AA1093A3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0886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8349-61AF-4CC8-8709-909256D61689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46E8-28CC-42BA-86FE-66AA1093A3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208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8349-61AF-4CC8-8709-909256D61689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46E8-28CC-42BA-86FE-66AA1093A37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520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8349-61AF-4CC8-8709-909256D61689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46E8-28CC-42BA-86FE-66AA1093A3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216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8349-61AF-4CC8-8709-909256D61689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46E8-28CC-42BA-86FE-66AA1093A3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465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8349-61AF-4CC8-8709-909256D61689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46E8-28CC-42BA-86FE-66AA1093A3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737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32A68349-61AF-4CC8-8709-909256D61689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46E8-28CC-42BA-86FE-66AA1093A3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691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8349-61AF-4CC8-8709-909256D61689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46E8-28CC-42BA-86FE-66AA1093A3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96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8349-61AF-4CC8-8709-909256D61689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46E8-28CC-42BA-86FE-66AA1093A3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19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32A68349-61AF-4CC8-8709-909256D61689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F05346E8-28CC-42BA-86FE-66AA1093A3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94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4B2131-0B3F-8636-6EA3-8FA38D0F5D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EF50FAD-05DF-A35D-926F-63FAA13E98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568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723AEB-478F-A606-3E88-93D9BC30F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397685-BCF8-C00C-2BAA-5001E0B02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235209"/>
      </p:ext>
    </p:extLst>
  </p:cSld>
  <p:clrMapOvr>
    <a:masterClrMapping/>
  </p:clrMapOvr>
</p:sld>
</file>

<file path=ppt/theme/theme1.xml><?xml version="1.0" encoding="utf-8"?>
<a:theme xmlns:a="http://schemas.openxmlformats.org/drawingml/2006/main" name="包裹">
  <a:themeElements>
    <a:clrScheme name="包裹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包裹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包裹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包裹</Template>
  <TotalTime>0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Arial</vt:lpstr>
      <vt:lpstr>Gill Sans MT</vt:lpstr>
      <vt:lpstr>包裹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ye</dc:creator>
  <cp:lastModifiedBy>Jason ye</cp:lastModifiedBy>
  <cp:revision>1</cp:revision>
  <dcterms:created xsi:type="dcterms:W3CDTF">2026-07-06T07:13:53Z</dcterms:created>
  <dcterms:modified xsi:type="dcterms:W3CDTF">2026-07-06T07:14:21Z</dcterms:modified>
</cp:coreProperties>
</file>