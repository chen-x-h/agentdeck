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7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957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58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83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8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98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12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06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52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858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608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0014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75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4907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708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57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499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79792-5421-4F68-ACAE-2AF8F339F8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BEF9856-4E92-4AC0-A1D9-8C5395747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4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78BC3-FA38-54C6-D9D7-8B27CDC0A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D5A1AF-620D-EF70-428D-6F95A683A4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200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6CFD3-F9A2-1A0A-E2E7-E8570B7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F44BFE-5A1D-87C0-4824-3C0017041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955693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TM02900688[[fn=平面]]</Template>
  <TotalTime>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Wingdings 3</vt:lpstr>
      <vt:lpstr>平面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ye</dc:creator>
  <cp:lastModifiedBy>Jason ye</cp:lastModifiedBy>
  <cp:revision>1</cp:revision>
  <dcterms:created xsi:type="dcterms:W3CDTF">2026-07-07T05:57:03Z</dcterms:created>
  <dcterms:modified xsi:type="dcterms:W3CDTF">2026-07-07T05:58:06Z</dcterms:modified>
</cp:coreProperties>
</file>